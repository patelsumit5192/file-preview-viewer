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Sz cx="9144000" cy="5143500"/>
  <p:sldIdLst>
    <p:sldId id="256" r:id="rIdSld1"/>
    <p:sldId id="257" r:id="rIdSld2"/>
    <p:sldId id="258" r:id="rIdSld3"/>
  </p:sldIdLst>
</p:presentation>
</file>

<file path=ppt/_rels/presentation.xml.rels><?xml version="1.0" encoding="UTF-8" standalone="yes"?><Relationships xmlns="http://schemas.openxmlformats.org/package/2006/relationships"><Relationship Id="rIdSld1" Type="http://schemas.openxmlformats.org/officeDocument/2006/relationships/slide" Target="slides/slide1.xml"/><Relationship Id="rIdSld2" Type="http://schemas.openxmlformats.org/officeDocument/2006/relationships/slide" Target="slides/slide2.xml"/><Relationship Id="rIdSl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Global Strategy Overview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Transforming enterprise workflows with modern sandboxed rendering.</a:t>
            </a:r>
          </a:p>
          <a:p>
            <a:r>
              <a:rPr sz="2000">
                <a:solidFill>
                  <a:srgbClr val="475569"/>
                </a:solidFill>
              </a:rPr>
              <a:t>Zero external network calls.</a:t>
            </a:r>
          </a:p>
          <a:p>
            <a:r>
              <a:rPr sz="2000">
                <a:solidFill>
                  <a:srgbClr val="475569"/>
                </a:solidFill>
              </a:rPr>
              <a:t>Ultra-fast sub-millisecond execution.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Core Architectural Pillars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Client-side format parsing.</a:t>
            </a:r>
          </a:p>
          <a:p>
            <a:r>
              <a:rPr sz="2000">
                <a:solidFill>
                  <a:srgbClr val="475569"/>
                </a:solidFill>
              </a:rPr>
              <a:t>High-performance canvas rendering.</a:t>
            </a:r>
          </a:p>
          <a:p>
            <a:r>
              <a:rPr sz="2000">
                <a:solidFill>
                  <a:srgbClr val="475569"/>
                </a:solidFill>
              </a:rPr>
              <a:t>Dynamic aspect-ratio preservation.</a:t>
            </a:r>
          </a:p>
        </p:txBody>
      </p:sp>
    </p:spTree>
  </p:cSld>
</p:sld>
</file>

<file path=ppt/slides/slide3.xml><?xml version="1.0" encoding="UTF-8" standalone="yes"?>
<p:sld xmlns:p="http://schemas.openxmlformats.org/presentationml/2006/main"
       xmlns:a="http://schemas.openxmlformats.org/drawingml/2006/main">
  <p:cSld>
    <p:spTree>
      <p:nvGrpSpPr><p:cNvPr id="1" name=""/><p:cNvGrpSpPr/><p:grpSpPr/></p:nvGrpSpPr>
      <p:sp>
        <p:nvSpPr><p:cNvPr id="2" name="Title"/><p:cNvSpPr><a:spLocks noGrp="1"/></p:cNvSpPr><p:nvPr/></p:nvSpPr>
        <p:spPr><a:xfrm><a:off x="800000" y="500000"/><a:ext cx="7500000" cy="800000"/></a:xfrm></p:spPr>
        <p:txBody><a:bodyPr/><a:p><a:r><a:rPr sz="3600" b="1"><a:solidFill><a:srgbClr val="1E293B"/></a:solidFill></a:rPr><a:t>Conclusion & Next Steps</a:t></a:r></a:p></p:txBody>
      </p:sp>
      <p:sp>
        <p:nvSpPr><p:cNvPr id="3" name="Content"/><p:cNvSpPr><a:spLocks noGrp="1"/></p:cNvSpPr><p:nvPr/></p:nvSpPr>
        <p:spPr><a:xfrm><a:off x="800000" y="1600000"/><a:ext cx="7500000" cy="3000000"/></a:xfrm></p:spPr>
        <p:txBody><a:bodyPr/>
          <a:p><a:r><a:rPr sz="2000"><a:solidFill><a:srgbClr val="475569"/></a:solidFill></a:rPr><a:t>Rollout scheduled for Q4.</a:t></a:r></a:p><a:p><a:r><a:rPr sz="2000"><a:solidFill><a:srgbClr val="475569"/></a:solidFill></a:rPr><a:t>Full cross-browser compatibility verified.</a:t></a:r></a:p>
        </p:txBody>
      </p:sp>
    </p:spTree>
  </p:cSld>
</p:sld>
</file>