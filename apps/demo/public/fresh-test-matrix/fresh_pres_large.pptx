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5143500"/>
  <p:sldIdLst>
    <p:sldId id="256" r:id="rIdSld1"/>
    <p:sldId id="257" r:id="rIdSld2"/>
    <p:sldId id="258" r:id="rIdSld3"/>
    <p:sldId id="259" r:id="rIdSld4"/>
    <p:sldId id="260" r:id="rIdSld5"/>
    <p:sldId id="261" r:id="rIdSld6"/>
    <p:sldId id="262" r:id="rIdSld7"/>
    <p:sldId id="263" r:id="rIdSld8"/>
    <p:sldId id="264" r:id="rIdSld9"/>
    <p:sldId id="265" r:id="rIdSld10"/>
    <p:sldId id="266" r:id="rIdSld11"/>
    <p:sldId id="267" r:id="rIdSld12"/>
    <p:sldId id="268" r:id="rIdSld13"/>
    <p:sldId id="269" r:id="rIdSld14"/>
    <p:sldId id="270" r:id="rIdSld15"/>
    <p:sldId id="271" r:id="rIdSld16"/>
    <p:sldId id="272" r:id="rIdSld17"/>
    <p:sldId id="273" r:id="rIdSld18"/>
  </p:sldIdLst>
</p:presentation>
</file>

<file path=ppt/_rels/presentation.xml.rels><?xml version="1.0" encoding="UTF-8" standalone="yes"?><Relationships xmlns="http://schemas.openxmlformats.org/package/2006/relationships"><Relationship Id="rIdSld1" Type="http://schemas.openxmlformats.org/officeDocument/2006/relationships/slide" Target="slides/slide1.xml"/><Relationship Id="rIdSld2" Type="http://schemas.openxmlformats.org/officeDocument/2006/relationships/slide" Target="slides/slide2.xml"/><Relationship Id="rIdSld3" Type="http://schemas.openxmlformats.org/officeDocument/2006/relationships/slide" Target="slides/slide3.xml"/><Relationship Id="rIdSld4" Type="http://schemas.openxmlformats.org/officeDocument/2006/relationships/slide" Target="slides/slide4.xml"/><Relationship Id="rIdSld5" Type="http://schemas.openxmlformats.org/officeDocument/2006/relationships/slide" Target="slides/slide5.xml"/><Relationship Id="rIdSld6" Type="http://schemas.openxmlformats.org/officeDocument/2006/relationships/slide" Target="slides/slide6.xml"/><Relationship Id="rIdSld7" Type="http://schemas.openxmlformats.org/officeDocument/2006/relationships/slide" Target="slides/slide7.xml"/><Relationship Id="rIdSld8" Type="http://schemas.openxmlformats.org/officeDocument/2006/relationships/slide" Target="slides/slide8.xml"/><Relationship Id="rIdSld9" Type="http://schemas.openxmlformats.org/officeDocument/2006/relationships/slide" Target="slides/slide9.xml"/><Relationship Id="rIdSld10" Type="http://schemas.openxmlformats.org/officeDocument/2006/relationships/slide" Target="slides/slide10.xml"/><Relationship Id="rIdSld11" Type="http://schemas.openxmlformats.org/officeDocument/2006/relationships/slide" Target="slides/slide11.xml"/><Relationship Id="rIdSld12" Type="http://schemas.openxmlformats.org/officeDocument/2006/relationships/slide" Target="slides/slide12.xml"/><Relationship Id="rIdSld13" Type="http://schemas.openxmlformats.org/officeDocument/2006/relationships/slide" Target="slides/slide13.xml"/><Relationship Id="rIdSld14" Type="http://schemas.openxmlformats.org/officeDocument/2006/relationships/slide" Target="slides/slide14.xml"/><Relationship Id="rIdSld15" Type="http://schemas.openxmlformats.org/officeDocument/2006/relationships/slide" Target="slides/slide15.xml"/><Relationship Id="rIdSld16" Type="http://schemas.openxmlformats.org/officeDocument/2006/relationships/slide" Target="slides/slide16.xml"/><Relationship Id="rIdSld17" Type="http://schemas.openxmlformats.org/officeDocument/2006/relationships/slide" Target="slides/slide17.xml"/><Relationship Id="rIdSld18" Type="http://schemas.openxmlformats.org/officeDocument/2006/relationships/slide" Target="slides/slide18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1: Strategic Initiative Section 1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2: Strategic Initiative Section 2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2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3: Strategic Initiative Section 3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3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4: Strategic Initiative Section 4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4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5: Strategic Initiative Section 5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5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6: Strategic Initiative Section 6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6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7: Strategic Initiative Section 7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7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8: Strategic Initiative Section 8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8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9: Strategic Initiative Section 9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9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10: Strategic Initiative Section 10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10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11: Strategic Initiative Section 11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11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12: Strategic Initiative Section 12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12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13: Strategic Initiative Section 13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13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14: Strategic Initiative Section 14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14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15: Strategic Initiative Section 15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15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16: Strategic Initiative Section 16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16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17: Strategic Initiative Section 17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17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Slide 18: Strategic Initiative Section 18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Automated verification checkpoint 18 of 18.</a:t>
            </a:r>
          </a:p>
          <a:p>
            <a:r>
              <a:rPr sz="2000">
                <a:solidFill>
                  <a:srgbClr val="475569"/>
                </a:solidFill>
              </a:rPr>
              <a:t>Telemetry metrics stable: CPU 42%, Memory 38%, IOPS 12,000.</a:t>
            </a:r>
          </a:p>
          <a:p>
            <a:r>
              <a:rPr sz="2000">
                <a:solidFill>
                  <a:srgbClr val="475569"/>
                </a:solidFill>
              </a:rPr>
              <a:t>Validated across 16:9 widescreen presentation formats.</a:t>
            </a:r>
          </a:p>
        </p:txBody>
      </p:sp>
    </p:spTree>
  </p:cSld>
</p:sld>
</file>